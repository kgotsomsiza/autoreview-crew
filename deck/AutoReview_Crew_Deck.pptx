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8416" y="67665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28416" y="700430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86784" y="676656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86784" y="700430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45152" y="676656"/>
            <a:ext cx="475488" cy="475488"/>
          </a:xfrm>
          <a:prstGeom prst="ellipse">
            <a:avLst/>
          </a:prstGeom>
          <a:solidFill>
            <a:srgbClr val="08756E"/>
          </a:solidFill>
          <a:ln w="12700">
            <a:solidFill>
              <a:srgbClr val="0875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5152" y="700430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676656"/>
            <a:ext cx="475488" cy="475488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700430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1790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AutoReview Crew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60120" y="224942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that review code together and recruit help when needed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281635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ED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agents | Three model families | One Band room | 51-second live run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834640" y="3401568"/>
            <a:ext cx="3474720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1596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B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of Agents Hackathon | Track 2: Multi-Agent Software Development | Kgotso Msiza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 puts too many checks on one primary reviewer.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Correctness, security, tests, maintainability, and merge risk often land in the same review window.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2487168" cy="2560320"/>
          </a:xfrm>
          <a:prstGeom prst="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922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139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Bottleneck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267004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PRs wait for the busiest reviewer, not the best specialist.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572768"/>
            <a:ext cx="2487168" cy="2560320"/>
          </a:xfrm>
          <a:prstGeom prst="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17922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152" y="2139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 gap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02152" y="267004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Logic, security, and tests compete for one reviewer's attention.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1572768"/>
            <a:ext cx="2487168" cy="2560320"/>
          </a:xfrm>
          <a:prstGeom prst="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7922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1072" y="2139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audit trail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91072" y="267004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merge decision often loses who checked what and why.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44439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94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AutoReview Crew turns review into a coordinated team workflow.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around Band-native multi-agent software development.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combines visible agent coordination, PR review, live recruitment, and partner model usage.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3657600" cy="1024128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27632"/>
            <a:ext cx="10972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922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Band-native workflow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agents coordinate in one shared room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627632"/>
            <a:ext cx="3657600" cy="1024128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27632"/>
            <a:ext cx="109728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922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214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review, tests, merge preparation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980944"/>
            <a:ext cx="3657600" cy="1024128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980944"/>
            <a:ext cx="109728" cy="10241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455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Lead, Correctness, Test agents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80944"/>
            <a:ext cx="3657600" cy="1024128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80944"/>
            <a:ext cx="109728" cy="1024128"/>
          </a:xfrm>
          <a:prstGeom prst="rect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455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Featherless AI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Reviewer on Qwen2.5-72B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370832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Positioning: a Band-native software review room where agents hand off work, recruit specialists, and escalate risky changes with an audit trail.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 is the coordination layer, not the output channel.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assignment, report, recruitment, and final escalation is routed through the shared room.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536192" y="1444752"/>
            <a:ext cx="5431536" cy="3017520"/>
          </a:xfrm>
          <a:prstGeom prst="rect">
            <a:avLst/>
          </a:prstGeom>
          <a:solidFill>
            <a:srgbClr val="DFF6F2">
              <a:alpha val="60000"/>
            </a:srgbClr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414016"/>
            <a:ext cx="1207008" cy="749808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40080" y="27980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review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965960" y="2414016"/>
            <a:ext cx="1207008" cy="749808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D94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039112" y="27980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delegates + gates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657600" y="1572768"/>
            <a:ext cx="1207008" cy="749808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17007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730752" y="19568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review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657600" y="3218688"/>
            <a:ext cx="1207008" cy="749808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30752" y="33467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875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730752" y="360273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review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504688" y="2414016"/>
            <a:ext cx="1207008" cy="749808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45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577840" y="27980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recruited live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150608" y="2414016"/>
            <a:ext cx="1207008" cy="749808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PR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223760" y="27980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posted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783080" y="2788920"/>
            <a:ext cx="173736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2615184"/>
            <a:ext cx="219456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419856" y="1920240"/>
            <a:ext cx="0" cy="694944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419856" y="1920240"/>
            <a:ext cx="237744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200400" y="2944368"/>
            <a:ext cx="219456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419856" y="2944368"/>
            <a:ext cx="0" cy="667512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3419856" y="3611880"/>
            <a:ext cx="237744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901184" y="1956816"/>
            <a:ext cx="289682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190866" y="1956816"/>
            <a:ext cx="0" cy="658368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190866" y="2615184"/>
            <a:ext cx="313822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901184" y="3602736"/>
            <a:ext cx="289682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5190866" y="2944368"/>
            <a:ext cx="0" cy="658368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190866" y="2944368"/>
            <a:ext cx="313822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720840" y="2788920"/>
            <a:ext cx="429768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828800" y="42793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room: shared context, @mentions, participant recruitment, event audit trail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RUN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submitted video shows the whole workflow in about 51 seconds.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Lead delegation, specialist reports, a live recruitment, and a final escalation.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13:02:22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1572768" y="1426464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1426464"/>
            <a:ext cx="73152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5648" y="148132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743200" y="148132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@Lead Reviewer please review the code change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192938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13:02:23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572768" y="1874520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2768" y="1874520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9293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D94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743200" y="1929384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Delegates once to Correctness + Security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66928" y="237744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13:02:33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1572768" y="2322576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2768" y="2322576"/>
            <a:ext cx="73152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3774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2743200" y="2377440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division by zero + mutable default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28254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13:02:48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572768" y="2770632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72768" y="2770632"/>
            <a:ext cx="73152" cy="310896"/>
          </a:xfrm>
          <a:prstGeom prst="rect">
            <a:avLst/>
          </a:prstGeom>
          <a:solidFill>
            <a:srgbClr val="08756E"/>
          </a:solidFill>
          <a:ln w="12700">
            <a:solidFill>
              <a:srgbClr val="0875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282549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875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743200" y="2825496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hardcoded key, SQL injection, validation gap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66928" y="327355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13:02:55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572768" y="3218688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2768" y="3218688"/>
            <a:ext cx="73152" cy="310896"/>
          </a:xfrm>
          <a:prstGeom prst="rect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55648" y="327355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5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2743200" y="3273552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Recruits Test Reviewer through Band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37216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13:03:08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1572768" y="3666744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72768" y="3666744"/>
            <a:ext cx="73152" cy="310896"/>
          </a:xfrm>
          <a:prstGeom prst="rect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5648" y="372160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45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2743200" y="3721608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pytest coverage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416966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13:03:13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1572768" y="4114800"/>
            <a:ext cx="69494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72768" y="4114800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55648" y="416966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D94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2743200" y="4169664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verdict: ESCALATE_TO_HUMAN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moment: agents hiring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0120" y="113385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Reviewer is not in the room at the start. The Lead discovers and recruits it only when the gate requires tests.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700784" cy="1078992"/>
          </a:xfrm>
          <a:prstGeom prst="rect">
            <a:avLst/>
          </a:prstGeom>
          <a:solidFill>
            <a:srgbClr val="0B4A52"/>
          </a:solidFill>
          <a:ln w="12700">
            <a:solidFill>
              <a:srgbClr val="0B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62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" y="2542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final verdict without a [TESTS] report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31720" y="2560320"/>
            <a:ext cx="292608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2011680"/>
            <a:ext cx="1700784" cy="1078992"/>
          </a:xfrm>
          <a:prstGeom prst="rect">
            <a:avLst/>
          </a:prstGeom>
          <a:solidFill>
            <a:srgbClr val="0B4A52"/>
          </a:solidFill>
          <a:ln w="12700">
            <a:solidFill>
              <a:srgbClr val="0B4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7208" y="21762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07208" y="2542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band_lookup_peers()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462272" y="2560320"/>
            <a:ext cx="292608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28032" y="2011680"/>
            <a:ext cx="1700784" cy="1078992"/>
          </a:xfrm>
          <a:prstGeom prst="rect">
            <a:avLst/>
          </a:prstGeom>
          <a:solidFill>
            <a:srgbClr val="0B4A52"/>
          </a:solidFill>
          <a:ln w="12700">
            <a:solidFill>
              <a:srgbClr val="0B4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762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42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band_add_participant(test-reviewer)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592824" y="2560320"/>
            <a:ext cx="292608" cy="0"/>
          </a:xfrm>
          <a:prstGeom prst="line">
            <a:avLst/>
          </a:prstGeom>
          <a:noFill/>
          <a:ln w="1270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58584" y="2011680"/>
            <a:ext cx="1700784" cy="1078992"/>
          </a:xfrm>
          <a:prstGeom prst="rect">
            <a:avLst/>
          </a:prstGeom>
          <a:solidFill>
            <a:srgbClr val="0B4A52"/>
          </a:solidFill>
          <a:ln w="12700">
            <a:solidFill>
              <a:srgbClr val="0B4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217627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68312" y="2542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@Test Reviewer please review coverage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315968" y="3493008"/>
            <a:ext cx="621792" cy="621792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3524098"/>
            <a:ext cx="621792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7939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the originality beat: the workflow adapts by adding a new specialist, inside Band, without human intervention.</a:t>
            </a:r>
            <a:endParaRPr lang="en-US" sz="13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OUTPUT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specialists catch different classes of risk.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Lead aggregates the reports instead of flattening everything into one generic model answer.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78638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95628"/>
            <a:ext cx="804672" cy="210312"/>
          </a:xfrm>
          <a:prstGeom prst="roundRect">
            <a:avLst>
              <a:gd name="adj" fmla="val 34783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93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28800" y="1595628"/>
            <a:ext cx="685800" cy="210312"/>
          </a:xfrm>
          <a:prstGeom prst="roundRect">
            <a:avLst>
              <a:gd name="adj" fmla="val 3478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6093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0" y="16002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Hardcoded Stripe API key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58368" y="2066544"/>
            <a:ext cx="78638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180844"/>
            <a:ext cx="804672" cy="210312"/>
          </a:xfrm>
          <a:prstGeom prst="roundRect">
            <a:avLst>
              <a:gd name="adj" fmla="val 34783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945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0" y="2180844"/>
            <a:ext cx="685800" cy="210312"/>
          </a:xfrm>
          <a:prstGeom prst="roundRect">
            <a:avLst>
              <a:gd name="adj" fmla="val 3478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1945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2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0" y="21854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injection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58368" y="2651760"/>
            <a:ext cx="78638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2766060"/>
            <a:ext cx="804672" cy="210312"/>
          </a:xfrm>
          <a:prstGeom prst="roundRect">
            <a:avLst>
              <a:gd name="adj" fmla="val 34783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77977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0" y="2766060"/>
            <a:ext cx="685800" cy="210312"/>
          </a:xfrm>
          <a:prstGeom prst="roundRect">
            <a:avLst>
              <a:gd name="adj" fmla="val 3478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7797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43200" y="27706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by zero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58368" y="3236976"/>
            <a:ext cx="78638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351276"/>
            <a:ext cx="804672" cy="210312"/>
          </a:xfrm>
          <a:prstGeom prst="roundRect">
            <a:avLst>
              <a:gd name="adj" fmla="val 34783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36499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8800" y="3351276"/>
            <a:ext cx="685800" cy="210312"/>
          </a:xfrm>
          <a:prstGeom prst="roundRect">
            <a:avLst>
              <a:gd name="adj" fmla="val 3478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36499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0" y="33558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default argument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58368" y="3822192"/>
            <a:ext cx="78638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3936492"/>
            <a:ext cx="804672" cy="210312"/>
          </a:xfrm>
          <a:prstGeom prst="roundRect">
            <a:avLst>
              <a:gd name="adj" fmla="val 34783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9502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0" y="3936492"/>
            <a:ext cx="685800" cy="210312"/>
          </a:xfrm>
          <a:prstGeom prst="roundRect">
            <a:avLst>
              <a:gd name="adj" fmla="val 3478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39502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5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0" y="394106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coverage for risky paths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658368" y="449884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B42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decision: ESCALATE_TO_HUMAN because a leaked secret and injection risk should not merge on automation alone.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build is hardened for live multi-agent messiness.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designed to recover from the failure modes we saw while building, not just succeed in one perfect run.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3657600" cy="658368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5727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Current-round filter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58952" y="18105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reports from reused rooms cannot satisfy a new review.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657600" cy="658368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5727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All-page context fetch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828032" y="18105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Lead sees the whole room context, not just page 1.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3657600" cy="658368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" y="24871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report per trigger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58952" y="27249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tool-call races do not create spam.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3657600" cy="658368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4871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gate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828032" y="27249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final verdict until pytest functions appear.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3657600" cy="658368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34015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Started-signal retry logic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58952" y="36393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reviewers get more time; missing reviewers get nudged.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663440" y="3291840"/>
            <a:ext cx="3657600" cy="658368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4015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escalation rail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828032" y="363931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specialists or critical findings force human review.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58368" y="44439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choice: deterministic coordination; LLMs do specialist review and final wording.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review crew is faster, safer, and more auditable than a single assistant.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93776" y="1060704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Band pattern can expand from PR review into release, compliance, and incident workflows.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517904"/>
            <a:ext cx="3730752" cy="2514600"/>
          </a:xfrm>
          <a:prstGeom prst="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engineering teams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221992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148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coverage on every risky diff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22960" y="256946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963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escalation for critical issues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2916936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843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 for who checked what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22960" y="326440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91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merge preparation for routine changes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617720" y="1517904"/>
            <a:ext cx="3730752" cy="2514600"/>
          </a:xfrm>
          <a:prstGeom prst="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BFE7E1"/>
            </a:solidFill>
            <a:prstDash val="solid"/>
          </a:ln>
          <a:effectLst>
            <a:outerShdw sx="100000" sy="100000" kx="0" ky="0" algn="bl" rotWithShape="0" blurRad="50800" dist="12700" dir="2700000">
              <a:srgbClr val="062F3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737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2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can grow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846320" y="2221992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488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performance, docs, compliance specialists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846320" y="256946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24963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org agent registry for reusable expertise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846320" y="2916936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843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final reports to GitHub or ticket systems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846320" y="326440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319125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F7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same pattern to high-stakes workflows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75488" y="48280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AutoReview Crew | Band of Agents Hackathon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75320" y="4809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8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8416" y="65836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28416" y="682142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86784" y="658368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86784" y="682142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45152" y="658368"/>
            <a:ext cx="475488" cy="475488"/>
          </a:xfrm>
          <a:prstGeom prst="ellipse">
            <a:avLst/>
          </a:prstGeom>
          <a:solidFill>
            <a:srgbClr val="08756E"/>
          </a:solidFill>
          <a:ln w="12700">
            <a:solidFill>
              <a:srgbClr val="0875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5152" y="682142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658368"/>
            <a:ext cx="475488" cy="475488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682142"/>
            <a:ext cx="47548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48132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AutoReview Crew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8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AI reviewers that work in parallel, recruit help when needed, and know when to call a human.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0540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Band turns separate agents into a review crew.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96849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B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solo with agentic coding | MIT licensed | Track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AutoReview Crew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AutoReview Crew</dc:title>
  <dc:subject>Band of Agents Hackathon submission</dc:subject>
  <dc:creator>Kgotso Msiza</dc:creator>
  <cp:lastModifiedBy>Kgotso Msiza</cp:lastModifiedBy>
  <cp:revision>1</cp:revision>
  <dcterms:created xsi:type="dcterms:W3CDTF">2026-06-15T18:57:49Z</dcterms:created>
  <dcterms:modified xsi:type="dcterms:W3CDTF">2026-06-15T18:57:49Z</dcterms:modified>
</cp:coreProperties>
</file>